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06E6-6C62-6EA9-25EA-0A1837200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557D8-C53C-A0D3-2812-491823C80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C1C46-F3D2-767A-961E-077DCC6C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EE2F3-2AC4-E511-3DFB-A5FF9132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A2E5-6EF6-D563-2F08-27FFD2FA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00E8-C19C-DF8F-C6D4-3B197F43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EF4F-CD49-ED88-EBA9-F825C4821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9544E-77F6-3552-8932-3B6FDFF0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7EE0-1237-C6CD-4A9E-D7B510E78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AB217-BB80-3923-7DCE-8C586870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85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00FD-E0A1-67F7-83DA-9C8A4895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31B70-A464-F4B8-9166-8A84EE5E9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72954-A9A7-C706-CC3C-AA4F95E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A3314-E142-3E4B-48EE-BA390972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CD153-F8F9-1527-F17F-E5B45D8F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85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BD1C-EBDB-7433-BBE2-0A987DB2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515BC-9B5B-6DF8-A3C4-F89EC5A2C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8C8B5-ADAB-A74A-C884-26223C679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E51F8-B763-4371-E6EE-10D036C1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84ED3-DD41-2C96-A5ED-D420A78C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57D31-A63C-0F00-5B7B-79DA5679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79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77DA-D385-CC01-BDC7-C3CF987A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D15C8-7AB6-94ED-C273-6FD0E0801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02226-90C9-F6AD-4D68-98D2B0D7A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BA65D-AC09-26C4-B0A3-F9C61ACEA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D0C93-AFD3-ACDC-FC7C-462DF61BB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4E85C-DAE7-8ECF-7BE9-316DFD94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6407F-6FBA-F713-FE35-4CC95831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FD8FA-F011-BD57-0D14-E45502D32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54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A305-1228-B6C6-5A2D-1C02BEF1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B23DC-6DBC-2ADC-2844-6E306528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BC596-CDC5-82D7-AE6D-FBCFFD81A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F244E-C746-E426-0F05-B8AECB89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99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A3DD4-AC10-3C41-8733-F2E37114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C09CB2-07D7-A469-DB4B-CA75FBDE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76550-0264-69E3-B004-161F5F26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1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686C1-2EA0-C3A1-3065-673B0DEB6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0C68-3FB0-4185-ED79-B0F04047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15D10-EBFC-C3EC-CCC4-61429708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22056-0411-F101-BDDD-C3BD599C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E8CD4-09AD-30D7-25BA-D6BB3818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9B51E-6E52-F58C-5308-81DA06E1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052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EC3A-9326-69B8-ADDC-0752C14F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F6238-A5D4-B791-ED42-010DE3100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02479-259B-800E-9851-191CB43BA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1AEE3-AAAB-D028-69D7-8B58A4FB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AC648-9497-ADCC-2305-0D685CA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2CB66-AAF5-4163-4BAF-1FDE7958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59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8FFB-E293-BF19-5B95-90078F2F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150F4-FAC1-FF12-0966-394A9B564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2D591-6414-B50D-EF90-F0FA7A81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6FA30-5369-898A-222B-7316585D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CF1B-243C-9C3D-45A8-72EE01C0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68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8F670-A622-943D-BFE5-65EEB32AC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B4DC2-5C28-632F-73E3-9060EA39E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E19DE-BDE9-97CD-2D91-D9844BC9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70D83-7786-E856-AE26-D24C003C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C5DA-1D83-64D2-0441-A867CBAB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45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6861C-4B27-8EE0-B062-73F25BCD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CD030-56BB-4C07-8C9E-1C3A6438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707B4-A917-C702-3FEA-69FBF086B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01C5FE-0D43-4796-8F50-F0200564BC1C}" type="datetimeFigureOut">
              <a:rPr lang="en-GB" smtClean="0"/>
              <a:t>08/11/2025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A7855-EE21-C8E9-BD3B-54EE8DA63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AAE76-7DA1-B885-AFCE-A20DBF2CA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708B1-77CB-4098-8602-DBB3A121AD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37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45C5-AF4C-2635-DDA6-215A3CC660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Wedding 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1D9AC-806A-68EE-B3BD-A08B0B62F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10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BAB1-9326-0102-969E-0458C44E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will it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8C7DC-4C6A-E3B8-2112-9B3450834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Information and about page</a:t>
            </a:r>
          </a:p>
          <a:p>
            <a:r>
              <a:rPr lang="en-GB" dirty="0"/>
              <a:t>Email list page?</a:t>
            </a:r>
          </a:p>
          <a:p>
            <a:r>
              <a:rPr lang="en-GB" dirty="0"/>
              <a:t>Forms for food and stuff?</a:t>
            </a:r>
          </a:p>
        </p:txBody>
      </p:sp>
    </p:spTree>
    <p:extLst>
      <p:ext uri="{BB962C8B-B14F-4D97-AF65-F5344CB8AC3E}">
        <p14:creationId xmlns:p14="http://schemas.microsoft.com/office/powerpoint/2010/main" val="393855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Wedding site</vt:lpstr>
      <vt:lpstr>What will it have?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Diana-Kuramapu</dc:creator>
  <cp:lastModifiedBy>Leonardo Diana-Kuramapu</cp:lastModifiedBy>
  <cp:revision>1</cp:revision>
  <dcterms:created xsi:type="dcterms:W3CDTF">2025-11-08T10:43:35Z</dcterms:created>
  <dcterms:modified xsi:type="dcterms:W3CDTF">2025-11-08T10:44:13Z</dcterms:modified>
</cp:coreProperties>
</file>